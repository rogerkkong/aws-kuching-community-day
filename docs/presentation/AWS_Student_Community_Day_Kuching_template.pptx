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8700010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BEF0"/>
                </a:solidFill>
                <a:latin typeface="Arial"/>
              </a:defRPr>
            </a:pPr>
            <a:r>
              <a:rPr lang="en-US" sz="2800" dirty="0"/>
              <a:t>PITCH DECK TEMPLATE FOR </a:t>
            </a:r>
            <a:br>
              <a:rPr lang="en-US" sz="2800" dirty="0"/>
            </a:br>
            <a:br>
              <a:rPr lang="en-US" sz="3600" dirty="0"/>
            </a:br>
            <a:r>
              <a:rPr lang="en-US" sz="3600" dirty="0"/>
              <a:t>AWS</a:t>
            </a:r>
            <a:r>
              <a:rPr sz="3600" dirty="0"/>
              <a:t> </a:t>
            </a:r>
            <a:r>
              <a:rPr lang="en-US" sz="3600" dirty="0"/>
              <a:t>Student</a:t>
            </a:r>
            <a:r>
              <a:rPr sz="3600" dirty="0"/>
              <a:t> </a:t>
            </a:r>
            <a:r>
              <a:rPr lang="en-US" sz="3600" dirty="0"/>
              <a:t>Community Day Kuching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64475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EC8D2"/>
                </a:solidFill>
                <a:latin typeface="Arial"/>
              </a:defRPr>
            </a:pPr>
            <a:r>
              <a:rPr sz="1400" b="1" dirty="0">
                <a:solidFill>
                  <a:sysClr val="windowText" lastClr="000000"/>
                </a:solidFill>
              </a:rPr>
              <a:t>Replace all instructional text with your team's content before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Presentation Format &amp; Judging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51255" cy="269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sz="1600" dirty="0"/>
              <a:t>Pitch Format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6 minutes presentation followed by 4 minutes Q&amp;A.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the 7-slide structure in this template.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Keep slides visual and concise. Avoid long </a:t>
            </a:r>
            <a:endParaRPr lang="en-US" sz="1600" dirty="0"/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lang="en-MY" sz="1600" dirty="0"/>
              <a:t>  </a:t>
            </a:r>
            <a:r>
              <a:rPr sz="1600" dirty="0"/>
              <a:t>paragraphs.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evidence, numbers, user feedback or </a:t>
            </a:r>
            <a:endParaRPr lang="en-US" sz="1600" dirty="0"/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lang="en-MY" sz="1600" dirty="0"/>
              <a:t>  </a:t>
            </a:r>
            <a:r>
              <a:rPr sz="1600" dirty="0"/>
              <a:t>validation where available.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All core content must fit within the presentation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85232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257623" cy="1682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sz="1600"/>
              <a:t>Judging Criteria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Innovation – 30%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Feasibility – 25%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Social / Economic Impact – 25%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Pitch Quality / Execution – 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rPr dirty="0"/>
              <a:t>URIIS Student Biz </a:t>
            </a:r>
            <a:r>
              <a:rPr dirty="0" err="1"/>
              <a:t>Innov</a:t>
            </a:r>
            <a:r>
              <a:rPr dirty="0"/>
              <a:t> Challenge 2026 | Final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12135-AC2D-933B-03B3-DF017E8E3D9F}"/>
              </a:ext>
            </a:extLst>
          </p:cNvPr>
          <p:cNvSpPr txBox="1"/>
          <p:nvPr/>
        </p:nvSpPr>
        <p:spPr>
          <a:xfrm>
            <a:off x="685800" y="411480"/>
            <a:ext cx="13703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lang="en-US" sz="1400" dirty="0"/>
              <a:t>COVER PAGE</a:t>
            </a:r>
            <a:endParaRPr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90EB01-9BCB-63D1-46C7-9E697F59144C}"/>
              </a:ext>
            </a:extLst>
          </p:cNvPr>
          <p:cNvSpPr/>
          <p:nvPr/>
        </p:nvSpPr>
        <p:spPr>
          <a:xfrm>
            <a:off x="685800" y="1508760"/>
            <a:ext cx="1031748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D1B4E-34FC-EB89-8284-B88582646053}"/>
              </a:ext>
            </a:extLst>
          </p:cNvPr>
          <p:cNvSpPr txBox="1"/>
          <p:nvPr/>
        </p:nvSpPr>
        <p:spPr>
          <a:xfrm>
            <a:off x="914400" y="1771918"/>
            <a:ext cx="93268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/ Idea Title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The name of their proposed solution or idea.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University / Institution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Team Members' Names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Names only. No need for bios or photos on the first slide.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One-Line Idea Statement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One sentence explaining what the idea does.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6F58A-FB7F-BE9A-8B7B-298BAF5ABD63}"/>
              </a:ext>
            </a:extLst>
          </p:cNvPr>
          <p:cNvSpPr txBox="1"/>
          <p:nvPr/>
        </p:nvSpPr>
        <p:spPr>
          <a:xfrm>
            <a:off x="914400" y="4023359"/>
            <a:ext cx="10088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/>
              <a:t>For example:</a:t>
            </a:r>
          </a:p>
          <a:p>
            <a:r>
              <a:rPr lang="en-MY" sz="1200" dirty="0"/>
              <a:t>Project: </a:t>
            </a:r>
            <a:r>
              <a:rPr lang="en-MY" sz="1200" dirty="0" err="1"/>
              <a:t>SmartSave</a:t>
            </a:r>
            <a:br>
              <a:rPr lang="en-MY" sz="1200" dirty="0"/>
            </a:br>
            <a:r>
              <a:rPr lang="en-MY" sz="1200" dirty="0"/>
              <a:t>Team: </a:t>
            </a:r>
            <a:r>
              <a:rPr lang="en-MY" sz="1200" dirty="0" err="1"/>
              <a:t>EcoNova</a:t>
            </a:r>
            <a:br>
              <a:rPr lang="en-MY" sz="1200" dirty="0"/>
            </a:br>
            <a:r>
              <a:rPr lang="en-MY" sz="1200" dirty="0"/>
              <a:t>University: </a:t>
            </a:r>
            <a:r>
              <a:rPr lang="en-MY" sz="1200" dirty="0" err="1"/>
              <a:t>Universiti</a:t>
            </a:r>
            <a:r>
              <a:rPr lang="en-MY" sz="1200" dirty="0"/>
              <a:t> Putra Malaysia</a:t>
            </a:r>
            <a:br>
              <a:rPr lang="en-MY" sz="1200" dirty="0"/>
            </a:br>
            <a:r>
              <a:rPr lang="en-MY" sz="1200" dirty="0"/>
              <a:t>Team Members: Aisha | Kumar | Daniel</a:t>
            </a:r>
          </a:p>
          <a:p>
            <a:r>
              <a:rPr lang="en-MY" sz="1200" dirty="0"/>
              <a:t>“An AI-powered platform that helps university cafeterias reduce food waste by predicting daily demand.”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B68D6-4762-79E5-D21E-6339C052D883}"/>
              </a:ext>
            </a:extLst>
          </p:cNvPr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CA2F3-9B76-2A04-A6EE-38E67CB806A6}"/>
              </a:ext>
            </a:extLst>
          </p:cNvPr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748A0-F35B-042F-BFC0-45843A657D27}"/>
              </a:ext>
            </a:extLst>
          </p:cNvPr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D81B0A-B0BE-863F-ADD8-C57463C91EDC}"/>
              </a:ext>
            </a:extLst>
          </p:cNvPr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D1251-DCE8-2945-851B-C0D65050E71A}"/>
              </a:ext>
            </a:extLst>
          </p:cNvPr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20 sec</a:t>
            </a:r>
          </a:p>
        </p:txBody>
      </p:sp>
    </p:spTree>
    <p:extLst>
      <p:ext uri="{BB962C8B-B14F-4D97-AF65-F5344CB8AC3E}">
        <p14:creationId xmlns:p14="http://schemas.microsoft.com/office/powerpoint/2010/main" val="132879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5119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OPEN STRONG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1. The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90230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Project / solution name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Team name and university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Presenter name(s)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One sentence: What is your idea and who is it for?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20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9634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2. 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628738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specific problem are you solving?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Who experiences this problem?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significant is the problem? Use evidence or data where possible.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Why is it important to solve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50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0485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MAKE IT EASY TO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3.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5575565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What exactly are you proposing?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How does your solution solve the identified problem?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Show how the product, service, platform or concept looks.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What value does it create for the target user?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7855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4. What Makes It Innovative?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142900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new, unique or significantly better about your approach?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is it different from existing alternatives?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your strongest competitive or innovation advantage?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a simple comparison if it helps explain the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50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7585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CAN THIS REALLY BE DONE?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5. How It Works &amp;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299289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Explain the user journey, workflow or implementation concept.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technology, resources, partners or capabilities are required?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stage are you at today?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are the next practical steps to implement or test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7983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SHOW 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6. Impact &amp; Potential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21035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Who benefits from your solution and how?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social and/or economic impact could it create?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will you measure success?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the potential to scale beyond the initial users or location?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9827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FINISH MEMORABLY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7. Why Us + Closing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72812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Why is your team suited to take this idea forward?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the immediate next milestone?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support or opportunity would help you progress?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End with one strong sentence describing the future you want to create.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40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9917" y="6528816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2238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BEFORE SUBMITTING YOUR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Final Submission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17352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7455759" cy="2675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Check that your team has: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Used all 7 required core slides and retained the required structure.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Clearly addressed Innovation, Feasibility and Social / Economic Impact.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Supported important claims with evidence, data or validation where available.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Removed all template instructions and placeholder text.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Checked spelling, names, numbers and sources.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Prepared the presentation to finish within 6 minutes.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Submitted the final pitch deck by the deadline communicated by the </a:t>
            </a:r>
            <a:r>
              <a:rPr sz="1600" dirty="0" err="1"/>
              <a:t>Organiser</a:t>
            </a:r>
            <a:r>
              <a:rPr sz="16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870</Words>
  <Application>Microsoft Macintosh PowerPoint</Application>
  <PresentationFormat>Widescreen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 Zhe Yi KONG</cp:lastModifiedBy>
  <cp:revision>5</cp:revision>
  <dcterms:created xsi:type="dcterms:W3CDTF">2013-01-27T09:14:16Z</dcterms:created>
  <dcterms:modified xsi:type="dcterms:W3CDTF">2026-10-07T03:10:16Z</dcterms:modified>
  <cp:category/>
</cp:coreProperties>
</file>